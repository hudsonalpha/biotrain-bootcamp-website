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>
        <p:scale>
          <a:sx n="83" d="100"/>
          <a:sy n="83" d="100"/>
        </p:scale>
        <p:origin x="2144" y="8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B78040-60AB-864C-9750-E69EF3E571F1}" type="datetimeFigureOut">
              <a:rPr lang="en-US" smtClean="0"/>
              <a:t>5/26/26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594AEA-6D64-7940-8BD3-8F88CBA96C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6016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594AEA-6D64-7940-8BD3-8F88CBA96C9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2877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594AEA-6D64-7940-8BD3-8F88CBA96C9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64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07DAC-9003-4C53-9142-A81E795D5D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D510CE-6305-B49D-B2FC-821538E4BB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EBBDE3-D484-AECA-A61C-37CB54EEA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FD783-4D4E-7D44-8B7E-358D45B61D7D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C5E3D7-C8EB-8485-2070-4846F1DF1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818CC2-2B58-C810-C570-6FA840939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FEDC1-9B7D-B04D-A62A-C20C311CC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5812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97407-31E6-B8C6-CC7F-28B066463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7BD132-C05B-9E76-DB54-678E6EA145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81FFAD-6793-077C-4AB4-B56A2AEF2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FD783-4D4E-7D44-8B7E-358D45B61D7D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F7E0C9-A5FB-766F-1D7F-F41EEA4F4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BBA60C-D54A-2666-423F-FB6C0247B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FEDC1-9B7D-B04D-A62A-C20C311CC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795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B2186-B6C5-1ED8-BF84-047C2B028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9A3DB7-91A5-91B9-8589-F4F4714AE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2976A0-7B6B-2188-3A50-D6DB1C09B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FD783-4D4E-7D44-8B7E-358D45B61D7D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B12823-524E-5A2C-EF63-B63E70EF7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9B4D04-E254-B1EB-0A3F-367549594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FEDC1-9B7D-B04D-A62A-C20C311CC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130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B448D-D06A-1071-DDD2-C408E37E1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E6D0D0-057C-9F11-E7E4-E2EEE34A94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EF3A38-C6F4-FCD3-C66D-77F596A4D2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0722B1-4421-FF5E-69DD-B7A1BC5A3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FD783-4D4E-7D44-8B7E-358D45B61D7D}" type="datetimeFigureOut">
              <a:rPr lang="en-US" smtClean="0"/>
              <a:t>5/26/26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350C74-3E7B-EC01-AC78-82234AB84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A86A07-DE88-CB34-A21B-3FA172EFA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FEDC1-9B7D-B04D-A62A-C20C311CC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0269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A3FBD-A616-9D46-497A-FCA078CFA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6534A4-902D-EFE4-D6B7-40606D1214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C0B372-9F07-4660-A176-69698525F3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04299B-2ED4-09D1-9593-312CBC440E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6CDAB0-B76E-84E8-55BC-34B466855C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D042E0-D309-6C40-CEFC-1FB2E0E58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FD783-4D4E-7D44-8B7E-358D45B61D7D}" type="datetimeFigureOut">
              <a:rPr lang="en-US" smtClean="0"/>
              <a:t>5/26/26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9B1E5F-139E-F39A-5509-85C242F48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C1B1CE-7493-378F-FF51-2E562389B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FEDC1-9B7D-B04D-A62A-C20C311CC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396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9808A-12BE-2484-09DE-6AF0AEAFE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6AC58D-7D48-FA3A-1E48-ABF089DB8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FD783-4D4E-7D44-8B7E-358D45B61D7D}" type="datetimeFigureOut">
              <a:rPr lang="en-US" smtClean="0"/>
              <a:t>5/26/26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891345-66CC-46C8-5282-096ED5F5B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3780FF-6356-4360-5157-395B8141D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FEDC1-9B7D-B04D-A62A-C20C311CC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9526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C9453F-FCEA-FA14-0266-FBB112C47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FD783-4D4E-7D44-8B7E-358D45B61D7D}" type="datetimeFigureOut">
              <a:rPr lang="en-US" smtClean="0"/>
              <a:t>5/26/26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9A615F-2418-B060-0DDE-0240DB46F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9D3865-1D34-E4FE-B3F4-775237E5B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FEDC1-9B7D-B04D-A62A-C20C311CC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113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02524-B4BF-A56A-64B5-769A8ADB0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978225-4980-B8CC-39CF-2BF7EADED7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8CC8EF-AC94-DC43-6054-90E790E4B2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8960EE-E240-E5FB-A83C-CD88564F7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FD783-4D4E-7D44-8B7E-358D45B61D7D}" type="datetimeFigureOut">
              <a:rPr lang="en-US" smtClean="0"/>
              <a:t>5/26/26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8F1A5F-6802-E944-AB1F-47B0B0C21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C7CC52-3B70-78C5-D598-13AC5F55A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FEDC1-9B7D-B04D-A62A-C20C311CC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504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425B9-588E-1B72-EC44-42E4FF602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55F9DC-65A5-328C-EDB5-FF6648E5A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D3AE16-9E59-E24B-A74F-CBE02EE960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9509F4-7325-39C9-384E-729863FF3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FD783-4D4E-7D44-8B7E-358D45B61D7D}" type="datetimeFigureOut">
              <a:rPr lang="en-US" smtClean="0"/>
              <a:t>5/26/26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21B682-FEC7-2296-D213-FABC14037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7570C-218F-7370-D2D1-E039B0A3F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FEDC1-9B7D-B04D-A62A-C20C311CC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621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60161-6E55-E902-2AEF-DFC947234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C02065-0B45-6239-DF24-3AA4222B6A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79F413-D33F-7320-04BF-2E07D3D50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FD783-4D4E-7D44-8B7E-358D45B61D7D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EDC7D7-6099-CF8D-3A96-B224EFEE8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785AE6-217A-EF04-6413-73DED5D2B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FEDC1-9B7D-B04D-A62A-C20C311CC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17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19CA92-EC94-AFAE-DC49-E5FC8239DE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CC7325-7A2B-2929-DAF3-097B358684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B5972E-4968-0F48-BB50-AA243B8DB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FD783-4D4E-7D44-8B7E-358D45B61D7D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3CC4DA-2457-820A-F0FA-5F5BB28C3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3EE9DF-5C3E-3B9A-8069-1912CA664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FEDC1-9B7D-B04D-A62A-C20C311CC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90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3F7832-7288-AE73-B384-FB07064AC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9947BA-84A3-1CDF-C182-E733BBAA6C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02706C-026F-5308-9C40-4562608DDB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8FD783-4D4E-7D44-8B7E-358D45B61D7D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7218A7-C977-565C-E795-614CAF4475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BBBFFA-8916-BDB5-49AD-C88D8EA046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AFEDC1-9B7D-B04D-A62A-C20C311CC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862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656D0-2941-BAC5-8476-DFB1AAF0EB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Demo 1: Genome-wide association studies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D7B1E0-EC13-869E-CC8A-284F742234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Ashlyn Anderson</a:t>
            </a:r>
          </a:p>
          <a:p>
            <a:r>
              <a:rPr lang="en-US" dirty="0"/>
              <a:t>PhD Candidate, Cochran lab</a:t>
            </a:r>
          </a:p>
          <a:p>
            <a:r>
              <a:rPr lang="en-US" dirty="0"/>
              <a:t>5/28/26</a:t>
            </a:r>
          </a:p>
        </p:txBody>
      </p:sp>
    </p:spTree>
    <p:extLst>
      <p:ext uri="{BB962C8B-B14F-4D97-AF65-F5344CB8AC3E}">
        <p14:creationId xmlns:p14="http://schemas.microsoft.com/office/powerpoint/2010/main" val="23083563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4C5F7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49869D-9B55-F0E2-F796-7A24836C2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Genome-wide association studies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02869A5-0C77-8350-6E3B-545657502F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40521" y="410968"/>
            <a:ext cx="7112248" cy="629434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1E8C881-8F4B-F299-F41E-B12DA49FE41B}"/>
              </a:ext>
            </a:extLst>
          </p:cNvPr>
          <p:cNvSpPr txBox="1"/>
          <p:nvPr/>
        </p:nvSpPr>
        <p:spPr>
          <a:xfrm>
            <a:off x="10302276" y="6556156"/>
            <a:ext cx="18959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Uffelmann et al., 2021</a:t>
            </a:r>
          </a:p>
        </p:txBody>
      </p:sp>
    </p:spTree>
    <p:extLst>
      <p:ext uri="{BB962C8B-B14F-4D97-AF65-F5344CB8AC3E}">
        <p14:creationId xmlns:p14="http://schemas.microsoft.com/office/powerpoint/2010/main" val="3496453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B2C70B-9A25-07DF-5124-98B7201E5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9A0486E-310B-7D21-18BC-E532DBB5CD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C924408-DEE0-1E5D-7883-CF6B878FA9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4C5F7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D4CDCA-93C7-AF7F-602D-E93A55EF0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Genome-wide association studies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41FC90F-0E65-FA56-7940-0A0D3C7E9E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340521" y="410968"/>
            <a:ext cx="7112248" cy="629434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C8B7349-72AA-B0E1-FC58-FA71BF198461}"/>
              </a:ext>
            </a:extLst>
          </p:cNvPr>
          <p:cNvSpPr/>
          <p:nvPr/>
        </p:nvSpPr>
        <p:spPr>
          <a:xfrm>
            <a:off x="7777908" y="2426464"/>
            <a:ext cx="3774011" cy="2357173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3A06F9-A013-742C-4FB9-C6BF63409AB7}"/>
              </a:ext>
            </a:extLst>
          </p:cNvPr>
          <p:cNvSpPr txBox="1"/>
          <p:nvPr/>
        </p:nvSpPr>
        <p:spPr>
          <a:xfrm>
            <a:off x="10302276" y="6556156"/>
            <a:ext cx="18959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Uffelmann et al., 2021</a:t>
            </a:r>
          </a:p>
        </p:txBody>
      </p:sp>
    </p:spTree>
    <p:extLst>
      <p:ext uri="{BB962C8B-B14F-4D97-AF65-F5344CB8AC3E}">
        <p14:creationId xmlns:p14="http://schemas.microsoft.com/office/powerpoint/2010/main" val="16384597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F25414-130E-8E01-F3AC-FC952F73D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Interpreting GWAS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6249219-0B8A-1219-F510-1CFD3F8746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68075" y="1701206"/>
            <a:ext cx="3626797" cy="44775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E9876CB-84FA-7F98-C9A5-D02D635E54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9558" y="1600467"/>
            <a:ext cx="3482912" cy="51983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0EB3A43-B7BD-B38E-5C7D-1890D5F1D202}"/>
              </a:ext>
            </a:extLst>
          </p:cNvPr>
          <p:cNvSpPr txBox="1"/>
          <p:nvPr/>
        </p:nvSpPr>
        <p:spPr>
          <a:xfrm>
            <a:off x="10302276" y="6556156"/>
            <a:ext cx="18959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Uffelmann et al., 2021</a:t>
            </a:r>
          </a:p>
        </p:txBody>
      </p:sp>
    </p:spTree>
    <p:extLst>
      <p:ext uri="{BB962C8B-B14F-4D97-AF65-F5344CB8AC3E}">
        <p14:creationId xmlns:p14="http://schemas.microsoft.com/office/powerpoint/2010/main" val="27073947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963FC8-A9BF-C6C1-3FD9-AC75740BA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b="1" dirty="0">
                <a:solidFill>
                  <a:srgbClr val="FFFFFF"/>
                </a:solidFill>
              </a:rPr>
              <a:t>Today’s Data: </a:t>
            </a:r>
            <a:r>
              <a:rPr lang="en-US" sz="4000" dirty="0" err="1">
                <a:solidFill>
                  <a:srgbClr val="FFFFFF"/>
                </a:solidFill>
              </a:rPr>
              <a:t>ReD</a:t>
            </a:r>
            <a:r>
              <a:rPr lang="en-US" sz="4000" dirty="0">
                <a:solidFill>
                  <a:srgbClr val="FFFFFF"/>
                </a:solidFill>
              </a:rPr>
              <a:t>-Lat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2AB4BBF-7A00-B6D4-69A2-02AF5FDE9671}"/>
              </a:ext>
            </a:extLst>
          </p:cNvPr>
          <p:cNvGrpSpPr/>
          <p:nvPr/>
        </p:nvGrpSpPr>
        <p:grpSpPr>
          <a:xfrm>
            <a:off x="5241165" y="2120329"/>
            <a:ext cx="5954317" cy="4192805"/>
            <a:chOff x="3886379" y="1844924"/>
            <a:chExt cx="6921168" cy="4873625"/>
          </a:xfrm>
        </p:grpSpPr>
        <p:pic>
          <p:nvPicPr>
            <p:cNvPr id="1026" name="Picture 2" descr="EN THE PROJECT » ReD-Lat">
              <a:extLst>
                <a:ext uri="{FF2B5EF4-FFF2-40B4-BE49-F238E27FC236}">
                  <a16:creationId xmlns:a16="http://schemas.microsoft.com/office/drawing/2014/main" id="{75732F2F-E7F3-3ADD-5DB5-2309E7E7B7F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662"/>
            <a:stretch>
              <a:fillRect/>
            </a:stretch>
          </p:blipFill>
          <p:spPr bwMode="auto">
            <a:xfrm>
              <a:off x="3886379" y="1844924"/>
              <a:ext cx="6568629" cy="48736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429152B3-7F9D-8DF4-2200-82025835D935}"/>
                </a:ext>
              </a:extLst>
            </p:cNvPr>
            <p:cNvSpPr/>
            <p:nvPr/>
          </p:nvSpPr>
          <p:spPr>
            <a:xfrm>
              <a:off x="8956713" y="5144877"/>
              <a:ext cx="1850834" cy="8152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028" name="Picture 4" descr="EN HOME » ReD-Lat">
            <a:extLst>
              <a:ext uri="{FF2B5EF4-FFF2-40B4-BE49-F238E27FC236}">
                <a16:creationId xmlns:a16="http://schemas.microsoft.com/office/drawing/2014/main" id="{5E0F126A-5110-5BBE-F42D-BB4296DFFF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881" y="3307814"/>
            <a:ext cx="3606800" cy="1206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26144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1263</TotalTime>
  <Words>43</Words>
  <Application>Microsoft Macintosh PowerPoint</Application>
  <PresentationFormat>Widescreen</PresentationFormat>
  <Paragraphs>13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Demo 1: Genome-wide association studies</vt:lpstr>
      <vt:lpstr>Genome-wide association studies</vt:lpstr>
      <vt:lpstr>Genome-wide association studies</vt:lpstr>
      <vt:lpstr>Interpreting GWAS</vt:lpstr>
      <vt:lpstr>Today’s Data: ReD-Lat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Ashlyn Anderson</dc:creator>
  <cp:lastModifiedBy>Ashlyn Anderson</cp:lastModifiedBy>
  <cp:revision>1</cp:revision>
  <dcterms:created xsi:type="dcterms:W3CDTF">2026-05-26T16:40:52Z</dcterms:created>
  <dcterms:modified xsi:type="dcterms:W3CDTF">2026-05-27T13:44:46Z</dcterms:modified>
</cp:coreProperties>
</file>