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22"/>
    <p:restoredTop sz="94570"/>
  </p:normalViewPr>
  <p:slideViewPr>
    <p:cSldViewPr snapToGrid="0">
      <p:cViewPr>
        <p:scale>
          <a:sx n="100" d="100"/>
          <a:sy n="100" d="100"/>
        </p:scale>
        <p:origin x="304" y="6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CB035-D2A3-23F7-0924-5C777455F4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8B3DCF-44BF-5413-3372-13F75CB45F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18B723-78B3-6A74-68F5-83DF76FCC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88190-C0FA-8B4F-A02A-D8D07E6954AA}" type="datetimeFigureOut">
              <a:rPr lang="en-US" smtClean="0"/>
              <a:t>5/27/26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E09F03-D127-A48E-12A3-6AAF0F1AC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F1BB79-40F0-56D8-847E-79AD9EFAF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E3E10-E306-EE4E-AC99-4863A8F15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5627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79FF2-BB75-12F5-25C2-48AD54C8F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A9A23-2EFA-8E6B-1D2C-F0D3EE1326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9F1C32-4E0D-7C87-FCBA-30D31A4749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88190-C0FA-8B4F-A02A-D8D07E6954AA}" type="datetimeFigureOut">
              <a:rPr lang="en-US" smtClean="0"/>
              <a:t>5/27/26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68FE8E-874B-0167-792A-39C6E559D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B13F0A-B580-523C-49E5-3BF980419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E3E10-E306-EE4E-AC99-4863A8F15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1723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285F2-FA2E-F488-E0EF-424C724B0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71803-8665-1D29-8D40-6242DBE426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1B35EF-F455-5514-B8B2-9C05D9FDB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88190-C0FA-8B4F-A02A-D8D07E6954AA}" type="datetimeFigureOut">
              <a:rPr lang="en-US" smtClean="0"/>
              <a:t>5/27/26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B8F911-8A88-0DBE-BFB6-13068DBB4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D31209-D9B5-13DB-6BA3-FC1F25B71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E3E10-E306-EE4E-AC99-4863A8F15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9988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5C57B-2879-B73F-D961-4D67B1FF1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687182-02CE-4A91-FDFA-FE36B1894F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1D909C-1883-C1E0-826F-9184107420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285D83-16BB-B71E-39F6-7E54B373E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88190-C0FA-8B4F-A02A-D8D07E6954AA}" type="datetimeFigureOut">
              <a:rPr lang="en-US" smtClean="0"/>
              <a:t>5/27/26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BF8EB8-51B0-4459-8C71-50B8FF253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6C4332-8D71-DDEC-3075-AE7BE2750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E3E10-E306-EE4E-AC99-4863A8F15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1098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16D1A-6E2F-1438-D4F0-8DBB6429C5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A42E20-9261-7ADA-DC79-A392120FAE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51721A-6A90-DDBC-459B-B39794A987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E6F1B4-42F5-729D-EC44-7410B0421C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2C20D3-2DCB-C63F-8D36-4F6214871F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A103A9-CC7F-70DF-D3BB-3BB70BA473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88190-C0FA-8B4F-A02A-D8D07E6954AA}" type="datetimeFigureOut">
              <a:rPr lang="en-US" smtClean="0"/>
              <a:t>5/27/26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3A76BC-C026-147F-82FC-C1BDB427D9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25A246C-241F-6157-C1F7-92E02D422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E3E10-E306-EE4E-AC99-4863A8F15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2488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6D960-630C-B186-29C9-8A624639A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42F3C4-CA5B-E456-B7CF-FA315FE2DD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88190-C0FA-8B4F-A02A-D8D07E6954AA}" type="datetimeFigureOut">
              <a:rPr lang="en-US" smtClean="0"/>
              <a:t>5/27/26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CC59B0-33D7-7182-23DE-0511439F8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6EF085-9483-7CEF-1357-936AF6992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E3E10-E306-EE4E-AC99-4863A8F15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0443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3C1DF0-9F3A-7BCC-FC63-9DE458DDD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88190-C0FA-8B4F-A02A-D8D07E6954AA}" type="datetimeFigureOut">
              <a:rPr lang="en-US" smtClean="0"/>
              <a:t>5/27/26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0376FC-364D-F7C6-E8A4-A8A27E4FDB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5B212B-4F18-44D6-693B-F4A534F7A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E3E10-E306-EE4E-AC99-4863A8F15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1270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1D0CE-343D-DD0D-2107-389159D027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19EABE-04F2-4AC1-9EBD-C16BF59884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22DDFA-E5BA-2420-860B-6C9DA7E7D4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21C778-348D-1438-320B-C3CA6F1B0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88190-C0FA-8B4F-A02A-D8D07E6954AA}" type="datetimeFigureOut">
              <a:rPr lang="en-US" smtClean="0"/>
              <a:t>5/27/26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96DB2D-20BA-35CE-4031-B126B47595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F23094-3A8A-34FD-18DD-306FDB39A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E3E10-E306-EE4E-AC99-4863A8F15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9004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8A1D61-D94C-2340-0AA4-7BB2BB971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A3BC8F6-CC28-49C0-FDC7-A1D9F5BF41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314BB1-019B-464F-B9FF-FB045FBBDF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444B16-635C-35BE-FC24-00FD4DBD3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88190-C0FA-8B4F-A02A-D8D07E6954AA}" type="datetimeFigureOut">
              <a:rPr lang="en-US" smtClean="0"/>
              <a:t>5/27/26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F8F0C3-C0E7-0712-6DD2-C484B4050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DABB15-726D-3797-ED6A-E87A7FC64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E3E10-E306-EE4E-AC99-4863A8F15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9353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79429-EE6D-DFEA-7645-BAFB59464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94564B-B579-D7DF-AE1E-E0994B6FC0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D5DDA5-B139-B50E-9F58-4DDF21623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88190-C0FA-8B4F-A02A-D8D07E6954AA}" type="datetimeFigureOut">
              <a:rPr lang="en-US" smtClean="0"/>
              <a:t>5/27/26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38AB8C-5EB4-B562-FFA5-18CF7C791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5E5D27-62E6-3F65-F090-5669158AC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E3E10-E306-EE4E-AC99-4863A8F15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5568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1DCF959-ECB1-8C17-1A93-7765741159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70373B-82EC-B706-FA15-CD68DC17E0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315F99-773C-2CCE-CE75-1BF8C44269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88190-C0FA-8B4F-A02A-D8D07E6954AA}" type="datetimeFigureOut">
              <a:rPr lang="en-US" smtClean="0"/>
              <a:t>5/27/26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F81A88-2C93-2752-D66F-3AE98CDBF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41F338-148D-D099-0976-08B355273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E3E10-E306-EE4E-AC99-4863A8F15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7875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FAD33A-8A4D-501C-D8C6-93E8DA8368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898CED-A773-C20C-E2AB-5682EC8A93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B0C6C6-4163-FB06-726E-31FCD29B59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688190-C0FA-8B4F-A02A-D8D07E6954AA}" type="datetimeFigureOut">
              <a:rPr lang="en-US" smtClean="0"/>
              <a:t>5/27/26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636239-5C06-BCAC-94E1-996678AEB8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DE0568-18BC-BD89-B18B-2D9EBC37AC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8E3E10-E306-EE4E-AC99-4863A8F15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839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E143E-F17C-301F-9190-FC9351C06B7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Demo 2: single cell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C6C9B5-10EC-056C-E939-CE9A9EAA8F9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Ashlyn Anderson</a:t>
            </a:r>
          </a:p>
          <a:p>
            <a:r>
              <a:rPr lang="en-US" sz="2000" dirty="0"/>
              <a:t>PhD Candidate, Cochran lab</a:t>
            </a:r>
          </a:p>
          <a:p>
            <a:r>
              <a:rPr lang="en-US" sz="2000" dirty="0"/>
              <a:t>5/28/26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1302504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Rectangle 1032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DA43CE-355D-FB2C-8DD0-D37749C2F0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Single cell vs “bulk” approaches</a:t>
            </a:r>
          </a:p>
        </p:txBody>
      </p:sp>
      <p:pic>
        <p:nvPicPr>
          <p:cNvPr id="1028" name="Picture 4" descr="Figure 1. Single cell RNA-seq reveals cellular heterogeneity that is masked by bulk RNA-seq methods.">
            <a:extLst>
              <a:ext uri="{FF2B5EF4-FFF2-40B4-BE49-F238E27FC236}">
                <a16:creationId xmlns:a16="http://schemas.microsoft.com/office/drawing/2014/main" id="{ED6E7E6B-3628-1579-70A1-7F43B07C22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86465" y="1675227"/>
            <a:ext cx="10219070" cy="4394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841540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85" name="Rectangle 3084">
            <a:extLst>
              <a:ext uri="{FF2B5EF4-FFF2-40B4-BE49-F238E27FC236}">
                <a16:creationId xmlns:a16="http://schemas.microsoft.com/office/drawing/2014/main" id="{022BDE4A-8A20-4A69-9C5A-581C82036A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0076C7-0CF6-D497-4DAA-1BA9DCBBC2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" y="557195"/>
            <a:ext cx="12188952" cy="789005"/>
          </a:xfrm>
          <a:solidFill>
            <a:schemeClr val="tx1"/>
          </a:solidFill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en-US" sz="5200" dirty="0">
                <a:solidFill>
                  <a:schemeClr val="bg1"/>
                </a:solidFill>
              </a:rPr>
              <a:t>Single cell is everywhere</a:t>
            </a:r>
            <a:endParaRPr lang="en-US" sz="52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3076" name="Picture 4" descr="Writing a Successful Single Cell RNA Sequencing Grant Proposal - Parse  Biosciences">
            <a:extLst>
              <a:ext uri="{FF2B5EF4-FFF2-40B4-BE49-F238E27FC236}">
                <a16:creationId xmlns:a16="http://schemas.microsoft.com/office/drawing/2014/main" id="{27FE06C6-A728-FB6F-0B9C-1E48558CBD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6" r="-2" b="-2"/>
          <a:stretch>
            <a:fillRect/>
          </a:stretch>
        </p:blipFill>
        <p:spPr bwMode="auto">
          <a:xfrm>
            <a:off x="198741" y="2410448"/>
            <a:ext cx="5803323" cy="38903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Publication Trends of Single Cell RNA Sequencing Research - Parse  Biosciences">
            <a:extLst>
              <a:ext uri="{FF2B5EF4-FFF2-40B4-BE49-F238E27FC236}">
                <a16:creationId xmlns:a16="http://schemas.microsoft.com/office/drawing/2014/main" id="{2EBF939A-0D5A-7BE6-BCE0-705F488C90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55" r="15326" b="-2"/>
          <a:stretch>
            <a:fillRect/>
          </a:stretch>
        </p:blipFill>
        <p:spPr bwMode="auto">
          <a:xfrm>
            <a:off x="6189934" y="2410448"/>
            <a:ext cx="5803323" cy="38903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133337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2143A-B995-6694-13D3-F041C60EA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220" y="869975"/>
            <a:ext cx="4783111" cy="2692869"/>
          </a:xfrm>
          <a:solidFill>
            <a:schemeClr val="tx1"/>
          </a:solidFill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Using single cell approaches to decipher Alzheimer’s genetics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23E6D19-96CC-D688-8ABE-119E092EA9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56158" y="582482"/>
            <a:ext cx="5960724" cy="5960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37337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B5AB67-2635-33DD-4A07-0B3DE73B0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Today’s data: PBMC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AAC50F1-68CA-3E3F-6D81-C5FC8270FE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3400" y="1616075"/>
            <a:ext cx="65024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30840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1476</TotalTime>
  <Words>37</Words>
  <Application>Microsoft Macintosh PowerPoint</Application>
  <PresentationFormat>Widescreen</PresentationFormat>
  <Paragraphs>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Demo 2: single cell analysis</vt:lpstr>
      <vt:lpstr>Single cell vs “bulk” approaches</vt:lpstr>
      <vt:lpstr>Single cell is everywhere</vt:lpstr>
      <vt:lpstr>Using single cell approaches to decipher Alzheimer’s genetics</vt:lpstr>
      <vt:lpstr>Today’s data: PBMC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Ashlyn Anderson</dc:creator>
  <cp:lastModifiedBy>Ashlyn Anderson</cp:lastModifiedBy>
  <cp:revision>4</cp:revision>
  <dcterms:created xsi:type="dcterms:W3CDTF">2026-05-27T13:55:33Z</dcterms:created>
  <dcterms:modified xsi:type="dcterms:W3CDTF">2026-05-28T14:31:34Z</dcterms:modified>
</cp:coreProperties>
</file>